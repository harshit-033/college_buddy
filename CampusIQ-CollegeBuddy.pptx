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12192000"/>
  <p:embeddedFontLst>
    <p:embeddedFont>
      <p:font typeface="Arimo"/>
      <p:regular r:id="rId13"/>
    </p:embeddedFont>
    <p:embeddedFont>
      <p:font typeface="Arimo Bold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Instrument Sans Bold" panose="020B0604020202020204" charset="0"/>
      <p:regular r:id="rId19"/>
    </p:embeddedFont>
    <p:embeddedFont>
      <p:font typeface="Instrument Sans Medium" panose="020B0604020202020204" charset="0"/>
      <p:regular r:id="rId20"/>
    </p:embeddedFont>
    <p:embeddedFont>
      <p:font typeface="Instrument Sans SemiBold" panose="020B0604020202020204" charset="0"/>
      <p:regular r:id="rId21"/>
    </p:embeddedFont>
    <p:embeddedFont>
      <p:font typeface="Times New Roman Bold" panose="02020803070505020304" pitchFamily="18" charset="0"/>
      <p:bold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F07BF-DC94-4125-BEA1-E9DD4D3EEB70}" v="10" dt="2026-09-16T06:29:12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 Singh" userId="d2343c7645c289b0" providerId="LiveId" clId="{A78FF85A-2DF1-45CD-987A-EFC380AC30BF}"/>
    <pc:docChg chg="undo custSel addSld delSld modSld">
      <pc:chgData name="Harshit Singh" userId="d2343c7645c289b0" providerId="LiveId" clId="{A78FF85A-2DF1-45CD-987A-EFC380AC30BF}" dt="2026-09-16T13:49:25.370" v="371" actId="1440"/>
      <pc:docMkLst>
        <pc:docMk/>
      </pc:docMkLst>
      <pc:sldChg chg="addSp modSp mod">
        <pc:chgData name="Harshit Singh" userId="d2343c7645c289b0" providerId="LiveId" clId="{A78FF85A-2DF1-45CD-987A-EFC380AC30BF}" dt="2026-09-16T06:30:03.698" v="366" actId="22"/>
        <pc:sldMkLst>
          <pc:docMk/>
          <pc:sldMk cId="0" sldId="256"/>
        </pc:sldMkLst>
        <pc:spChg chg="mod">
          <ac:chgData name="Harshit Singh" userId="d2343c7645c289b0" providerId="LiveId" clId="{A78FF85A-2DF1-45CD-987A-EFC380AC30BF}" dt="2026-09-16T06:04:55.505" v="16" actId="20577"/>
          <ac:spMkLst>
            <pc:docMk/>
            <pc:sldMk cId="0" sldId="256"/>
            <ac:spMk id="3" creationId="{00000000-0000-0000-0000-000000000000}"/>
          </ac:spMkLst>
        </pc:spChg>
        <pc:spChg chg="add">
          <ac:chgData name="Harshit Singh" userId="d2343c7645c289b0" providerId="LiveId" clId="{A78FF85A-2DF1-45CD-987A-EFC380AC30BF}" dt="2026-09-16T06:30:03.698" v="366" actId="22"/>
          <ac:spMkLst>
            <pc:docMk/>
            <pc:sldMk cId="0" sldId="256"/>
            <ac:spMk id="15" creationId="{F63D3123-F254-2ACF-777F-2904DAD2C859}"/>
          </ac:spMkLst>
        </pc:spChg>
      </pc:sldChg>
      <pc:sldChg chg="addSp delSp modSp mod">
        <pc:chgData name="Harshit Singh" userId="d2343c7645c289b0" providerId="LiveId" clId="{A78FF85A-2DF1-45CD-987A-EFC380AC30BF}" dt="2026-09-16T06:30:00.503" v="365" actId="22"/>
        <pc:sldMkLst>
          <pc:docMk/>
          <pc:sldMk cId="0" sldId="257"/>
        </pc:sldMkLst>
        <pc:spChg chg="mod">
          <ac:chgData name="Harshit Singh" userId="d2343c7645c289b0" providerId="LiveId" clId="{A78FF85A-2DF1-45CD-987A-EFC380AC30BF}" dt="2026-09-16T06:05:12.980" v="2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05:16.331" v="21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05:31.365" v="23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05:24.637" v="22" actId="1076"/>
          <ac:spMkLst>
            <pc:docMk/>
            <pc:sldMk cId="0" sldId="257"/>
            <ac:spMk id="7" creationId="{00000000-0000-0000-0000-000000000000}"/>
          </ac:spMkLst>
        </pc:spChg>
        <pc:spChg chg="add del mod">
          <ac:chgData name="Harshit Singh" userId="d2343c7645c289b0" providerId="LiveId" clId="{A78FF85A-2DF1-45CD-987A-EFC380AC30BF}" dt="2026-09-16T06:29:59.094" v="364" actId="21"/>
          <ac:spMkLst>
            <pc:docMk/>
            <pc:sldMk cId="0" sldId="257"/>
            <ac:spMk id="23" creationId="{2005A23E-2361-11C3-3F00-03186968A32F}"/>
          </ac:spMkLst>
        </pc:spChg>
        <pc:spChg chg="add">
          <ac:chgData name="Harshit Singh" userId="d2343c7645c289b0" providerId="LiveId" clId="{A78FF85A-2DF1-45CD-987A-EFC380AC30BF}" dt="2026-09-16T06:30:00.503" v="365" actId="22"/>
          <ac:spMkLst>
            <pc:docMk/>
            <pc:sldMk cId="0" sldId="257"/>
            <ac:spMk id="25" creationId="{D1B25CCC-77CC-B585-8D14-924DB613BC77}"/>
          </ac:spMkLst>
        </pc:spChg>
      </pc:sldChg>
      <pc:sldChg chg="addSp modSp mod">
        <pc:chgData name="Harshit Singh" userId="d2343c7645c289b0" providerId="LiveId" clId="{A78FF85A-2DF1-45CD-987A-EFC380AC30BF}" dt="2026-09-16T06:08:07.457" v="47" actId="14100"/>
        <pc:sldMkLst>
          <pc:docMk/>
          <pc:sldMk cId="0" sldId="258"/>
        </pc:sldMkLst>
        <pc:spChg chg="mod">
          <ac:chgData name="Harshit Singh" userId="d2343c7645c289b0" providerId="LiveId" clId="{A78FF85A-2DF1-45CD-987A-EFC380AC30BF}" dt="2026-09-16T06:07:54.505" v="44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07:58.082" v="45" actId="1076"/>
          <ac:spMkLst>
            <pc:docMk/>
            <pc:sldMk cId="0" sldId="258"/>
            <ac:spMk id="3" creationId="{00000000-0000-0000-0000-000000000000}"/>
          </ac:spMkLst>
        </pc:spChg>
        <pc:spChg chg="add">
          <ac:chgData name="Harshit Singh" userId="d2343c7645c289b0" providerId="LiveId" clId="{A78FF85A-2DF1-45CD-987A-EFC380AC30BF}" dt="2026-09-16T06:06:07.490" v="26" actId="22"/>
          <ac:spMkLst>
            <pc:docMk/>
            <pc:sldMk cId="0" sldId="258"/>
            <ac:spMk id="7" creationId="{F48F026A-E21A-FAC3-9EE0-0ED17CF7DD03}"/>
          </ac:spMkLst>
        </pc:spChg>
        <pc:graphicFrameChg chg="mod modGraphic">
          <ac:chgData name="Harshit Singh" userId="d2343c7645c289b0" providerId="LiveId" clId="{A78FF85A-2DF1-45CD-987A-EFC380AC30BF}" dt="2026-09-16T06:08:02.339" v="46" actId="1076"/>
          <ac:graphicFrameMkLst>
            <pc:docMk/>
            <pc:sldMk cId="0" sldId="258"/>
            <ac:graphicFrameMk id="4" creationId="{00000000-0000-0000-0000-000000000000}"/>
          </ac:graphicFrameMkLst>
        </pc:graphicFrameChg>
        <pc:picChg chg="mod ord">
          <ac:chgData name="Harshit Singh" userId="d2343c7645c289b0" providerId="LiveId" clId="{A78FF85A-2DF1-45CD-987A-EFC380AC30BF}" dt="2026-09-16T06:08:07.457" v="47" actId="14100"/>
          <ac:picMkLst>
            <pc:docMk/>
            <pc:sldMk cId="0" sldId="258"/>
            <ac:picMk id="5" creationId="{00000000-0000-0000-0000-000000000000}"/>
          </ac:picMkLst>
        </pc:picChg>
      </pc:sldChg>
      <pc:sldChg chg="addSp modSp mod">
        <pc:chgData name="Harshit Singh" userId="d2343c7645c289b0" providerId="LiveId" clId="{A78FF85A-2DF1-45CD-987A-EFC380AC30BF}" dt="2026-09-16T06:08:21.365" v="48" actId="14100"/>
        <pc:sldMkLst>
          <pc:docMk/>
          <pc:sldMk cId="0" sldId="259"/>
        </pc:sldMkLst>
        <pc:spChg chg="add">
          <ac:chgData name="Harshit Singh" userId="d2343c7645c289b0" providerId="LiveId" clId="{A78FF85A-2DF1-45CD-987A-EFC380AC30BF}" dt="2026-09-16T06:06:10.276" v="27" actId="22"/>
          <ac:spMkLst>
            <pc:docMk/>
            <pc:sldMk cId="0" sldId="259"/>
            <ac:spMk id="9" creationId="{1F620200-E14B-3E76-0051-F6A9186ED53B}"/>
          </ac:spMkLst>
        </pc:spChg>
        <pc:picChg chg="mod">
          <ac:chgData name="Harshit Singh" userId="d2343c7645c289b0" providerId="LiveId" clId="{A78FF85A-2DF1-45CD-987A-EFC380AC30BF}" dt="2026-09-16T06:08:21.365" v="48" actId="14100"/>
          <ac:picMkLst>
            <pc:docMk/>
            <pc:sldMk cId="0" sldId="259"/>
            <ac:picMk id="7" creationId="{00000000-0000-0000-0000-000000000000}"/>
          </ac:picMkLst>
        </pc:picChg>
      </pc:sldChg>
      <pc:sldChg chg="addSp mod">
        <pc:chgData name="Harshit Singh" userId="d2343c7645c289b0" providerId="LiveId" clId="{A78FF85A-2DF1-45CD-987A-EFC380AC30BF}" dt="2026-09-16T06:06:13.147" v="28" actId="22"/>
        <pc:sldMkLst>
          <pc:docMk/>
          <pc:sldMk cId="0" sldId="260"/>
        </pc:sldMkLst>
        <pc:spChg chg="add">
          <ac:chgData name="Harshit Singh" userId="d2343c7645c289b0" providerId="LiveId" clId="{A78FF85A-2DF1-45CD-987A-EFC380AC30BF}" dt="2026-09-16T06:06:13.147" v="28" actId="22"/>
          <ac:spMkLst>
            <pc:docMk/>
            <pc:sldMk cId="0" sldId="260"/>
            <ac:spMk id="25" creationId="{F783717B-DF84-8231-A6EE-77A9DCBC3DDB}"/>
          </ac:spMkLst>
        </pc:spChg>
      </pc:sldChg>
      <pc:sldChg chg="addSp modSp mod">
        <pc:chgData name="Harshit Singh" userId="d2343c7645c289b0" providerId="LiveId" clId="{A78FF85A-2DF1-45CD-987A-EFC380AC30BF}" dt="2026-09-16T06:09:50.208" v="59" actId="1076"/>
        <pc:sldMkLst>
          <pc:docMk/>
          <pc:sldMk cId="0" sldId="261"/>
        </pc:sldMkLst>
        <pc:spChg chg="mod">
          <ac:chgData name="Harshit Singh" userId="d2343c7645c289b0" providerId="LiveId" clId="{A78FF85A-2DF1-45CD-987A-EFC380AC30BF}" dt="2026-09-16T06:09:03.889" v="53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09:16.385" v="55" actId="403"/>
          <ac:spMkLst>
            <pc:docMk/>
            <pc:sldMk cId="0" sldId="261"/>
            <ac:spMk id="3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09:29.148" v="57" actId="1076"/>
          <ac:spMkLst>
            <pc:docMk/>
            <pc:sldMk cId="0" sldId="261"/>
            <ac:spMk id="4" creationId="{00000000-0000-0000-0000-000000000000}"/>
          </ac:spMkLst>
        </pc:spChg>
        <pc:spChg chg="add ord">
          <ac:chgData name="Harshit Singh" userId="d2343c7645c289b0" providerId="LiveId" clId="{A78FF85A-2DF1-45CD-987A-EFC380AC30BF}" dt="2026-09-16T06:09:39.179" v="58" actId="167"/>
          <ac:spMkLst>
            <pc:docMk/>
            <pc:sldMk cId="0" sldId="261"/>
            <ac:spMk id="10" creationId="{C9984572-57FB-E276-3047-62B7548B5CC4}"/>
          </ac:spMkLst>
        </pc:spChg>
        <pc:picChg chg="mod">
          <ac:chgData name="Harshit Singh" userId="d2343c7645c289b0" providerId="LiveId" clId="{A78FF85A-2DF1-45CD-987A-EFC380AC30BF}" dt="2026-09-16T06:09:50.208" v="59" actId="1076"/>
          <ac:picMkLst>
            <pc:docMk/>
            <pc:sldMk cId="0" sldId="261"/>
            <ac:picMk id="8" creationId="{00000000-0000-0000-0000-000000000000}"/>
          </ac:picMkLst>
        </pc:picChg>
      </pc:sldChg>
      <pc:sldChg chg="addSp del mod">
        <pc:chgData name="Harshit Singh" userId="d2343c7645c289b0" providerId="LiveId" clId="{A78FF85A-2DF1-45CD-987A-EFC380AC30BF}" dt="2026-09-16T13:48:50" v="367" actId="47"/>
        <pc:sldMkLst>
          <pc:docMk/>
          <pc:sldMk cId="0" sldId="262"/>
        </pc:sldMkLst>
        <pc:spChg chg="add">
          <ac:chgData name="Harshit Singh" userId="d2343c7645c289b0" providerId="LiveId" clId="{A78FF85A-2DF1-45CD-987A-EFC380AC30BF}" dt="2026-09-16T06:06:21.501" v="30" actId="22"/>
          <ac:spMkLst>
            <pc:docMk/>
            <pc:sldMk cId="0" sldId="262"/>
            <ac:spMk id="9" creationId="{03889FD0-560B-1E9B-75FF-2893D021CB00}"/>
          </ac:spMkLst>
        </pc:spChg>
      </pc:sldChg>
      <pc:sldChg chg="addSp modSp mod">
        <pc:chgData name="Harshit Singh" userId="d2343c7645c289b0" providerId="LiveId" clId="{A78FF85A-2DF1-45CD-987A-EFC380AC30BF}" dt="2026-09-16T13:49:25.370" v="371" actId="1440"/>
        <pc:sldMkLst>
          <pc:docMk/>
          <pc:sldMk cId="0" sldId="263"/>
        </pc:sldMkLst>
        <pc:spChg chg="add">
          <ac:chgData name="Harshit Singh" userId="d2343c7645c289b0" providerId="LiveId" clId="{A78FF85A-2DF1-45CD-987A-EFC380AC30BF}" dt="2026-09-16T06:06:26.299" v="31" actId="22"/>
          <ac:spMkLst>
            <pc:docMk/>
            <pc:sldMk cId="0" sldId="263"/>
            <ac:spMk id="14" creationId="{3EDE5E72-E0C2-CE06-6A28-21D3130506B2}"/>
          </ac:spMkLst>
        </pc:spChg>
        <pc:picChg chg="mod">
          <ac:chgData name="Harshit Singh" userId="d2343c7645c289b0" providerId="LiveId" clId="{A78FF85A-2DF1-45CD-987A-EFC380AC30BF}" dt="2026-09-16T13:49:25.370" v="371" actId="1440"/>
          <ac:picMkLst>
            <pc:docMk/>
            <pc:sldMk cId="0" sldId="263"/>
            <ac:picMk id="6" creationId="{00000000-0000-0000-0000-000000000000}"/>
          </ac:picMkLst>
        </pc:picChg>
        <pc:picChg chg="mod ord">
          <ac:chgData name="Harshit Singh" userId="d2343c7645c289b0" providerId="LiveId" clId="{A78FF85A-2DF1-45CD-987A-EFC380AC30BF}" dt="2026-09-16T06:11:11.393" v="62" actId="167"/>
          <ac:picMkLst>
            <pc:docMk/>
            <pc:sldMk cId="0" sldId="263"/>
            <ac:picMk id="12" creationId="{00000000-0000-0000-0000-000000000000}"/>
          </ac:picMkLst>
        </pc:picChg>
      </pc:sldChg>
      <pc:sldChg chg="addSp modSp mod">
        <pc:chgData name="Harshit Singh" userId="d2343c7645c289b0" providerId="LiveId" clId="{A78FF85A-2DF1-45CD-987A-EFC380AC30BF}" dt="2026-09-16T06:12:50.491" v="64" actId="403"/>
        <pc:sldMkLst>
          <pc:docMk/>
          <pc:sldMk cId="0" sldId="264"/>
        </pc:sldMkLst>
        <pc:spChg chg="mod">
          <ac:chgData name="Harshit Singh" userId="d2343c7645c289b0" providerId="LiveId" clId="{A78FF85A-2DF1-45CD-987A-EFC380AC30BF}" dt="2026-09-16T06:12:50.491" v="64" actId="403"/>
          <ac:spMkLst>
            <pc:docMk/>
            <pc:sldMk cId="0" sldId="264"/>
            <ac:spMk id="9" creationId="{00000000-0000-0000-0000-000000000000}"/>
          </ac:spMkLst>
        </pc:spChg>
        <pc:spChg chg="add">
          <ac:chgData name="Harshit Singh" userId="d2343c7645c289b0" providerId="LiveId" clId="{A78FF85A-2DF1-45CD-987A-EFC380AC30BF}" dt="2026-09-16T06:06:29.469" v="32" actId="22"/>
          <ac:spMkLst>
            <pc:docMk/>
            <pc:sldMk cId="0" sldId="264"/>
            <ac:spMk id="24" creationId="{C3104338-0285-35DC-B82D-69F6206116BF}"/>
          </ac:spMkLst>
        </pc:spChg>
      </pc:sldChg>
      <pc:sldChg chg="addSp modSp mod">
        <pc:chgData name="Harshit Singh" userId="d2343c7645c289b0" providerId="LiveId" clId="{A78FF85A-2DF1-45CD-987A-EFC380AC30BF}" dt="2026-09-16T06:17:01.792" v="101" actId="1036"/>
        <pc:sldMkLst>
          <pc:docMk/>
          <pc:sldMk cId="0" sldId="265"/>
        </pc:sldMkLst>
        <pc:spChg chg="mod">
          <ac:chgData name="Harshit Singh" userId="d2343c7645c289b0" providerId="LiveId" clId="{A78FF85A-2DF1-45CD-987A-EFC380AC30BF}" dt="2026-09-16T06:15:24.154" v="70" actId="403"/>
          <ac:spMkLst>
            <pc:docMk/>
            <pc:sldMk cId="0" sldId="265"/>
            <ac:spMk id="2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15:51.704" v="75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15:20.622" v="67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16:11.667" v="78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17:01.792" v="101" actId="10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17:01.792" v="101" actId="1036"/>
          <ac:spMkLst>
            <pc:docMk/>
            <pc:sldMk cId="0" sldId="265"/>
            <ac:spMk id="7" creationId="{00000000-0000-0000-0000-000000000000}"/>
          </ac:spMkLst>
        </pc:spChg>
        <pc:spChg chg="mod">
          <ac:chgData name="Harshit Singh" userId="d2343c7645c289b0" providerId="LiveId" clId="{A78FF85A-2DF1-45CD-987A-EFC380AC30BF}" dt="2026-09-16T06:17:01.792" v="101" actId="1036"/>
          <ac:spMkLst>
            <pc:docMk/>
            <pc:sldMk cId="0" sldId="265"/>
            <ac:spMk id="8" creationId="{00000000-0000-0000-0000-000000000000}"/>
          </ac:spMkLst>
        </pc:spChg>
        <pc:spChg chg="mod ord">
          <ac:chgData name="Harshit Singh" userId="d2343c7645c289b0" providerId="LiveId" clId="{A78FF85A-2DF1-45CD-987A-EFC380AC30BF}" dt="2026-09-16T06:15:41.052" v="73" actId="255"/>
          <ac:spMkLst>
            <pc:docMk/>
            <pc:sldMk cId="0" sldId="265"/>
            <ac:spMk id="9" creationId="{00000000-0000-0000-0000-000000000000}"/>
          </ac:spMkLst>
        </pc:spChg>
        <pc:spChg chg="add">
          <ac:chgData name="Harshit Singh" userId="d2343c7645c289b0" providerId="LiveId" clId="{A78FF85A-2DF1-45CD-987A-EFC380AC30BF}" dt="2026-09-16T06:06:31.995" v="33" actId="22"/>
          <ac:spMkLst>
            <pc:docMk/>
            <pc:sldMk cId="0" sldId="265"/>
            <ac:spMk id="12" creationId="{FE160246-6DDA-0D14-D84C-090988E8F2F9}"/>
          </ac:spMkLst>
        </pc:spChg>
        <pc:picChg chg="mod">
          <ac:chgData name="Harshit Singh" userId="d2343c7645c289b0" providerId="LiveId" clId="{A78FF85A-2DF1-45CD-987A-EFC380AC30BF}" dt="2026-09-16T06:13:01.401" v="65" actId="14100"/>
          <ac:picMkLst>
            <pc:docMk/>
            <pc:sldMk cId="0" sldId="265"/>
            <ac:picMk id="10" creationId="{00000000-0000-0000-0000-000000000000}"/>
          </ac:picMkLst>
        </pc:picChg>
      </pc:sldChg>
      <pc:sldChg chg="addSp modSp new mod">
        <pc:chgData name="Harshit Singh" userId="d2343c7645c289b0" providerId="LiveId" clId="{A78FF85A-2DF1-45CD-987A-EFC380AC30BF}" dt="2026-09-16T06:29:45.022" v="363" actId="1076"/>
        <pc:sldMkLst>
          <pc:docMk/>
          <pc:sldMk cId="2224037537" sldId="266"/>
        </pc:sldMkLst>
        <pc:spChg chg="add mod ord">
          <ac:chgData name="Harshit Singh" userId="d2343c7645c289b0" providerId="LiveId" clId="{A78FF85A-2DF1-45CD-987A-EFC380AC30BF}" dt="2026-09-16T06:29:29.833" v="361" actId="14100"/>
          <ac:spMkLst>
            <pc:docMk/>
            <pc:sldMk cId="2224037537" sldId="266"/>
            <ac:spMk id="3" creationId="{D056768B-0506-90BB-6835-B66CDAFF985D}"/>
          </ac:spMkLst>
        </pc:spChg>
        <pc:spChg chg="add">
          <ac:chgData name="Harshit Singh" userId="d2343c7645c289b0" providerId="LiveId" clId="{A78FF85A-2DF1-45CD-987A-EFC380AC30BF}" dt="2026-09-16T06:20:42.241" v="106" actId="22"/>
          <ac:spMkLst>
            <pc:docMk/>
            <pc:sldMk cId="2224037537" sldId="266"/>
            <ac:spMk id="5" creationId="{9DF9F70B-1BB3-8A1D-46EA-89AEBF002182}"/>
          </ac:spMkLst>
        </pc:spChg>
        <pc:spChg chg="add mod">
          <ac:chgData name="Harshit Singh" userId="d2343c7645c289b0" providerId="LiveId" clId="{A78FF85A-2DF1-45CD-987A-EFC380AC30BF}" dt="2026-09-16T06:21:32.893" v="113" actId="1076"/>
          <ac:spMkLst>
            <pc:docMk/>
            <pc:sldMk cId="2224037537" sldId="266"/>
            <ac:spMk id="6" creationId="{47C753A1-B063-1234-4A5A-92C82DFCD9FD}"/>
          </ac:spMkLst>
        </pc:spChg>
        <pc:spChg chg="mod">
          <ac:chgData name="Harshit Singh" userId="d2343c7645c289b0" providerId="LiveId" clId="{A78FF85A-2DF1-45CD-987A-EFC380AC30BF}" dt="2026-09-16T06:21:57.988" v="114"/>
          <ac:spMkLst>
            <pc:docMk/>
            <pc:sldMk cId="2224037537" sldId="266"/>
            <ac:spMk id="8" creationId="{26685AD4-F5DC-F33E-B75D-8F52B098E612}"/>
          </ac:spMkLst>
        </pc:spChg>
        <pc:spChg chg="mod">
          <ac:chgData name="Harshit Singh" userId="d2343c7645c289b0" providerId="LiveId" clId="{A78FF85A-2DF1-45CD-987A-EFC380AC30BF}" dt="2026-09-16T06:22:13.235" v="122" actId="404"/>
          <ac:spMkLst>
            <pc:docMk/>
            <pc:sldMk cId="2224037537" sldId="266"/>
            <ac:spMk id="9" creationId="{77083AA8-8018-6080-3F0F-03D8AAC2E989}"/>
          </ac:spMkLst>
        </pc:spChg>
        <pc:spChg chg="mod">
          <ac:chgData name="Harshit Singh" userId="d2343c7645c289b0" providerId="LiveId" clId="{A78FF85A-2DF1-45CD-987A-EFC380AC30BF}" dt="2026-09-16T06:21:57.988" v="114"/>
          <ac:spMkLst>
            <pc:docMk/>
            <pc:sldMk cId="2224037537" sldId="266"/>
            <ac:spMk id="11" creationId="{6ACE5A2D-F87C-64AC-3602-B3FC1621F364}"/>
          </ac:spMkLst>
        </pc:spChg>
        <pc:spChg chg="mod">
          <ac:chgData name="Harshit Singh" userId="d2343c7645c289b0" providerId="LiveId" clId="{A78FF85A-2DF1-45CD-987A-EFC380AC30BF}" dt="2026-09-16T06:22:13.235" v="122" actId="404"/>
          <ac:spMkLst>
            <pc:docMk/>
            <pc:sldMk cId="2224037537" sldId="266"/>
            <ac:spMk id="12" creationId="{8826392C-4A81-B09D-9F8C-94230DC57CFF}"/>
          </ac:spMkLst>
        </pc:spChg>
        <pc:spChg chg="add mod">
          <ac:chgData name="Harshit Singh" userId="d2343c7645c289b0" providerId="LiveId" clId="{A78FF85A-2DF1-45CD-987A-EFC380AC30BF}" dt="2026-09-16T06:22:36.404" v="126" actId="255"/>
          <ac:spMkLst>
            <pc:docMk/>
            <pc:sldMk cId="2224037537" sldId="266"/>
            <ac:spMk id="13" creationId="{D2B63202-19E0-EC27-D3EB-C3A2A900FD24}"/>
          </ac:spMkLst>
        </pc:spChg>
        <pc:spChg chg="add mod">
          <ac:chgData name="Harshit Singh" userId="d2343c7645c289b0" providerId="LiveId" clId="{A78FF85A-2DF1-45CD-987A-EFC380AC30BF}" dt="2026-09-16T06:27:36.605" v="347" actId="20577"/>
          <ac:spMkLst>
            <pc:docMk/>
            <pc:sldMk cId="2224037537" sldId="266"/>
            <ac:spMk id="14" creationId="{54CC60DD-B7C1-8112-4C2A-29B7CEF5FB24}"/>
          </ac:spMkLst>
        </pc:spChg>
        <pc:spChg chg="add mod">
          <ac:chgData name="Harshit Singh" userId="d2343c7645c289b0" providerId="LiveId" clId="{A78FF85A-2DF1-45CD-987A-EFC380AC30BF}" dt="2026-09-16T06:28:31.305" v="350" actId="1076"/>
          <ac:spMkLst>
            <pc:docMk/>
            <pc:sldMk cId="2224037537" sldId="266"/>
            <ac:spMk id="15" creationId="{46166F6A-2182-176A-026E-8D5C0E01505C}"/>
          </ac:spMkLst>
        </pc:spChg>
        <pc:spChg chg="add mod">
          <ac:chgData name="Harshit Singh" userId="d2343c7645c289b0" providerId="LiveId" clId="{A78FF85A-2DF1-45CD-987A-EFC380AC30BF}" dt="2026-09-16T06:29:20.033" v="359" actId="403"/>
          <ac:spMkLst>
            <pc:docMk/>
            <pc:sldMk cId="2224037537" sldId="266"/>
            <ac:spMk id="16" creationId="{B8D1179D-5E5C-5018-1A7A-F383D9CC5C31}"/>
          </ac:spMkLst>
        </pc:spChg>
        <pc:spChg chg="add mod">
          <ac:chgData name="Harshit Singh" userId="d2343c7645c289b0" providerId="LiveId" clId="{A78FF85A-2DF1-45CD-987A-EFC380AC30BF}" dt="2026-09-16T06:29:40.067" v="362" actId="1076"/>
          <ac:spMkLst>
            <pc:docMk/>
            <pc:sldMk cId="2224037537" sldId="266"/>
            <ac:spMk id="17" creationId="{DA9BCB03-9178-5C8B-BDF9-47AB7BFE59A7}"/>
          </ac:spMkLst>
        </pc:spChg>
        <pc:spChg chg="add mod">
          <ac:chgData name="Harshit Singh" userId="d2343c7645c289b0" providerId="LiveId" clId="{A78FF85A-2DF1-45CD-987A-EFC380AC30BF}" dt="2026-09-16T06:29:45.022" v="363" actId="1076"/>
          <ac:spMkLst>
            <pc:docMk/>
            <pc:sldMk cId="2224037537" sldId="266"/>
            <ac:spMk id="18" creationId="{D8C21B9B-3A93-CEC5-E77B-0CA96A004A3F}"/>
          </ac:spMkLst>
        </pc:spChg>
        <pc:spChg chg="add mod">
          <ac:chgData name="Harshit Singh" userId="d2343c7645c289b0" providerId="LiveId" clId="{A78FF85A-2DF1-45CD-987A-EFC380AC30BF}" dt="2026-09-16T06:28:42.086" v="352" actId="1076"/>
          <ac:spMkLst>
            <pc:docMk/>
            <pc:sldMk cId="2224037537" sldId="266"/>
            <ac:spMk id="19" creationId="{44CB8B7C-B79A-D7F4-B69A-196F79CCF0B5}"/>
          </ac:spMkLst>
        </pc:spChg>
        <pc:grpChg chg="mod">
          <ac:chgData name="Harshit Singh" userId="d2343c7645c289b0" providerId="LiveId" clId="{A78FF85A-2DF1-45CD-987A-EFC380AC30BF}" dt="2026-09-16T06:22:09.112" v="115" actId="14100"/>
          <ac:grpSpMkLst>
            <pc:docMk/>
            <pc:sldMk cId="2224037537" sldId="266"/>
            <ac:grpSpMk id="7" creationId="{DC5E41C6-1BE1-3EAA-7D11-F7B2244D6823}"/>
          </ac:grpSpMkLst>
        </pc:grpChg>
        <pc:grpChg chg="mod">
          <ac:chgData name="Harshit Singh" userId="d2343c7645c289b0" providerId="LiveId" clId="{A78FF85A-2DF1-45CD-987A-EFC380AC30BF}" dt="2026-09-16T06:22:09.112" v="115" actId="14100"/>
          <ac:grpSpMkLst>
            <pc:docMk/>
            <pc:sldMk cId="2224037537" sldId="266"/>
            <ac:grpSpMk id="10" creationId="{0952B215-5F1D-581F-B996-A01EE0464762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53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cte-qa.aicte-india.org/sites/default/files/APH%20Final.pdf?utm_source=chatgpt.com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ventbrite.com/" TargetMode="External"/><Relationship Id="rId5" Type="http://schemas.openxmlformats.org/officeDocument/2006/relationships/hyperlink" Target="https://unstop.com/" TargetMode="External"/><Relationship Id="rId4" Type="http://schemas.openxmlformats.org/officeDocument/2006/relationships/hyperlink" Target="https://moderncampus.com/products/student-engagement-and-learning-platfor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73374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 err="1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CollegeBuddy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60786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Smart Campus Event Management, Anti-Fraud Ticketing &amp; Predictive Intelligence System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425329"/>
            <a:ext cx="2709894" cy="287139"/>
          </a:xfrm>
          <a:prstGeom prst="roundRect">
            <a:avLst>
              <a:gd name="adj" fmla="val 47396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3481983"/>
            <a:ext cx="30926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FULL-STACK WEB DEVELOPMENT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037708" y="3425329"/>
            <a:ext cx="1947020" cy="287139"/>
          </a:xfrm>
          <a:prstGeom prst="roundRect">
            <a:avLst>
              <a:gd name="adj" fmla="val 47396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8151112" y="3481983"/>
            <a:ext cx="232979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DISTRIBUTED SYSTEMS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3360" y="3806924"/>
            <a:ext cx="2405796" cy="287139"/>
          </a:xfrm>
          <a:prstGeom prst="roundRect">
            <a:avLst>
              <a:gd name="adj" fmla="val 47396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5346765" y="3863578"/>
            <a:ext cx="278857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APPLIED MACHINE LEARNING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33610" y="3806924"/>
            <a:ext cx="1801073" cy="287139"/>
          </a:xfrm>
          <a:prstGeom prst="roundRect">
            <a:avLst>
              <a:gd name="adj" fmla="val 47396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7847015" y="3863578"/>
            <a:ext cx="21838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INTEGRATION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33360" y="4306689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 Bajaj Institute of Technology and Management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Harshit Kumar · Dhruv Soni · Devendra Pratap Singh · Devbrat</a:t>
            </a:r>
            <a:endParaRPr lang="en-US" sz="14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3D3123-F254-2ACF-777F-2904DAD2C859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514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Introduction, Problem Statement &amp; Objectives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38" y="1521321"/>
            <a:ext cx="4866161" cy="2757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5813" y="1118593"/>
            <a:ext cx="359430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Campus Events at Scale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35813" y="1423280"/>
            <a:ext cx="3594308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University fests, hackathons, workshops, and symposiums may involve hundreds or thousands of students — yet most institutions rely on fragmented tools: WhatsApp groups, Google Forms, paper lists, and manual gate checks.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876383" y="2540380"/>
            <a:ext cx="359430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Critical Pain Points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76383" y="2842022"/>
            <a:ext cx="3594308" cy="1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Fragmented Communication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multiple unofficial channels</a:t>
            </a:r>
            <a:endParaRPr lang="en-US" sz="11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Manual Gate Management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long queues, paper lists</a:t>
            </a:r>
            <a:endParaRPr lang="en-US" sz="11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Ticket Fraud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screenshot sharing, proxy attendance, reusable passes</a:t>
            </a:r>
            <a:endParaRPr lang="en-US" sz="11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Attendance Uncertainty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30–50% no-show rates; catering and venue waste</a:t>
            </a:r>
            <a:endParaRPr lang="en-US" sz="11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Volunteer Governance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insecure admin credential sharing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1475" y="4646811"/>
            <a:ext cx="3561170" cy="706735"/>
          </a:xfrm>
          <a:prstGeom prst="roundRect">
            <a:avLst>
              <a:gd name="adj" fmla="val 16850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793730" y="4779070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Unified Discovery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3730" y="5041305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Centralized, filterable event catalogue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15213" y="4646811"/>
            <a:ext cx="3561170" cy="706735"/>
          </a:xfrm>
          <a:prstGeom prst="roundRect">
            <a:avLst>
              <a:gd name="adj" fmla="val 16850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4447468" y="4779070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Fraud-Proof Ticketing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47468" y="5041305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Unique QR + UUID + server validation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68951" y="4646811"/>
            <a:ext cx="3561170" cy="706735"/>
          </a:xfrm>
          <a:prstGeom prst="roundRect">
            <a:avLst>
              <a:gd name="adj" fmla="val 16850"/>
            </a:avLst>
          </a:prstGeom>
          <a:solidFill>
            <a:srgbClr val="CEE6FD"/>
          </a:solidFill>
          <a:ln/>
        </p:spPr>
      </p:sp>
      <p:sp>
        <p:nvSpPr>
          <p:cNvPr id="15" name="Text 12"/>
          <p:cNvSpPr/>
          <p:nvPr/>
        </p:nvSpPr>
        <p:spPr>
          <a:xfrm>
            <a:off x="8101207" y="4779070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Zero-Install Scanner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01207" y="5041305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Browser camera via html5-qrcode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1475" y="5446117"/>
            <a:ext cx="5388039" cy="706735"/>
          </a:xfrm>
          <a:prstGeom prst="roundRect">
            <a:avLst>
              <a:gd name="adj" fmla="val 16850"/>
            </a:avLst>
          </a:prstGeom>
          <a:solidFill>
            <a:srgbClr val="CEE6FD"/>
          </a:solidFill>
          <a:ln/>
        </p:spPr>
      </p:sp>
      <p:sp>
        <p:nvSpPr>
          <p:cNvPr id="18" name="Text 15"/>
          <p:cNvSpPr/>
          <p:nvPr/>
        </p:nvSpPr>
        <p:spPr>
          <a:xfrm>
            <a:off x="793730" y="5578376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Turnout Forecasting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3730" y="5840611"/>
            <a:ext cx="51235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ML-based expected attendance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42082" y="5446117"/>
            <a:ext cx="5388039" cy="706735"/>
          </a:xfrm>
          <a:prstGeom prst="roundRect">
            <a:avLst>
              <a:gd name="adj" fmla="val 16850"/>
            </a:avLst>
          </a:prstGeom>
          <a:solidFill>
            <a:srgbClr val="CEE6FD"/>
          </a:solidFill>
          <a:ln/>
        </p:spPr>
      </p:sp>
      <p:sp>
        <p:nvSpPr>
          <p:cNvPr id="21" name="Text 18"/>
          <p:cNvSpPr/>
          <p:nvPr/>
        </p:nvSpPr>
        <p:spPr>
          <a:xfrm>
            <a:off x="6274338" y="5578376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Commerce &amp; Governance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74338" y="5840611"/>
            <a:ext cx="51235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Razorpay + volunteer whitelisting + scoped RBAC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B25CCC-77CC-B585-8D14-924DB613BC77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937" y="474448"/>
            <a:ext cx="5615659" cy="56158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3977" y="26640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Literature Survey &amp; Existing Systems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23977" y="983473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Existing System Comparison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82190"/>
              </p:ext>
            </p:extLst>
          </p:nvPr>
        </p:nvGraphicFramePr>
        <p:xfrm>
          <a:off x="423977" y="1325981"/>
          <a:ext cx="5917719" cy="4824654"/>
        </p:xfrm>
        <a:graphic>
          <a:graphicData uri="http://schemas.openxmlformats.org/drawingml/2006/table">
            <a:tbl>
              <a:tblPr/>
              <a:tblGrid>
                <a:gridCol w="1972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2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System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Mechanism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Key Limitations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Google Forms + Sheets + WhatsApp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Registration + spreadsheet + messaging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No secure ticket lifecycle; manual gate checks; fragmented communication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Commercial Ticketing Platforms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Public event discovery + online ticketing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No academic identity context; lacks institutional governance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8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Traditional Campus ERP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Administrative institutional portal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Rigid UX; limited event-specific scanning; no predictive intelligence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Physical Paper Passes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Printed passes + manual checking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Forgery, transferability, slow verification, data loss</a:t>
                      </a:r>
                      <a:endParaRPr lang="en-US" sz="14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8F026A-E21A-FAC3-9EE0-0ED17CF7DD03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CampusIQ Is Needed: Key Differentiators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279154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1 — Turnout Uncertainty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697956"/>
            <a:ext cx="5226911" cy="1171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Free college events experience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30–50% no-show rates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causing catering over-ordering, oversized venues, and resource waste.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CampusIQ: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Capacity + Fee + Registrations + Velocity → ML → Expected Attendance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023023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2 — Gate Bottlenecks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4441825"/>
            <a:ext cx="5226911" cy="913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verification takes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~30–45 seconds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per attendee. Browser-based QR scanning targets </a:t>
            </a: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&lt;1.5 seconds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(research claim).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CampusIQ: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QR Scan → Backend Validation → Entry Decision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57424"/>
            <a:ext cx="5179135" cy="5179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620200-E14B-3E76-0051-F6A9186ED53B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795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Requirements Analysis: Software Stack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93056"/>
            <a:ext cx="321262" cy="3212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84983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Frontend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2417862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19 · Vite · TailwindCSS · Lucide React · React Router DOM v7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208" y="1593056"/>
            <a:ext cx="321262" cy="3212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1208" y="2084983"/>
            <a:ext cx="35091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QR Scanner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341208" y="2417862"/>
            <a:ext cx="35091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html5-qrcode — browser camera access, zero-install volunteer scanning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1040" y="1593056"/>
            <a:ext cx="321262" cy="3212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21040" y="2084983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Backend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021040" y="2417862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FastAPI · Python 3.10+ · Uvicorn ASGI — REST APIs, Auth, Events, Tickets, ML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66368"/>
            <a:ext cx="321262" cy="3212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3658295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Database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61475" y="3991173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PostgreSQL (prod) · SQLite (dev) · SQLAlchemy 2.0 ORM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1208" y="3166368"/>
            <a:ext cx="321262" cy="3212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41208" y="3658295"/>
            <a:ext cx="35091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4341208" y="3991173"/>
            <a:ext cx="350918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JWT · Bcrypt · Passlib · Python-JOSE · RBAC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1040" y="3166368"/>
            <a:ext cx="321262" cy="32127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21040" y="3658295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ML Engine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8021040" y="3991173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Scikit-Learn · Pandas · Joblib · Linear Regression (Ridge, SVR, XGBoost candidates)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739680"/>
            <a:ext cx="321262" cy="32127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1475" y="5231606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Cloud &amp; APIs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661475" y="5564485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Razorpay SDK · Cloudinary CDN · Render PaaS · Managed PostgreSQL</a:t>
            </a:r>
            <a:endParaRPr lang="en-US" sz="12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83717B-DF84-8231-A6EE-77A9DCBC3DDB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9984572-57FB-E276-3047-62B7548B5CC4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661475" y="14545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Hardware, Infrastructure &amp; System Architecture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4025" y="189031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 &amp; Infrastructure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4024" y="2307200"/>
            <a:ext cx="5226911" cy="1453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Dev: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64-bit CPU · 8 GB RAM · ~20 GB storage</a:t>
            </a:r>
            <a:endParaRPr lang="en-US" sz="14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Users: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Smartphone, laptop, tablet (Chrome, Safari, Edge)</a:t>
            </a:r>
            <a:endParaRPr lang="en-US" sz="14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Volunteer Scanner: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Any smartphone + camera + browser</a:t>
            </a:r>
            <a:endParaRPr lang="en-US" sz="14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Production: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Render PaaS + Managed PostgreSQL + Cloudinary CDN + Razorpay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4383484"/>
            <a:ext cx="5226911" cy="877491"/>
          </a:xfrm>
          <a:prstGeom prst="roundRect">
            <a:avLst>
              <a:gd name="adj" fmla="val 17448"/>
            </a:avLst>
          </a:prstGeom>
          <a:solidFill>
            <a:srgbClr val="CEE6F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4614366"/>
            <a:ext cx="212620" cy="1700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4209" y="4563666"/>
            <a:ext cx="4504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Core Design Principle: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 specialized barcode scanner hardware required.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992" y="677066"/>
            <a:ext cx="5728278" cy="57284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064" y="888478"/>
            <a:ext cx="5573004" cy="557314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Security, Anti-Fraud &amp; Volunteer Governance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6597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Ticket Security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984772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ticket is a unique UUID token, server-validated against event association and single-use state. No student PII embedded in QR.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674144"/>
            <a:ext cx="5226911" cy="890191"/>
          </a:xfrm>
          <a:prstGeom prst="roundRect">
            <a:avLst>
              <a:gd name="adj" fmla="val 17199"/>
            </a:avLst>
          </a:prstGeom>
          <a:solidFill>
            <a:srgbClr val="CEE6F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2905026"/>
            <a:ext cx="212620" cy="1700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4209" y="2854325"/>
            <a:ext cx="4504121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TICKET:&lt;unique-UUID-token&gt;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Atomic check-in update prevents race conditions.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3736578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Anti-Fraud Logic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61475" y="4155380"/>
            <a:ext cx="5226911" cy="596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First scan: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checked_in = False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→ Validate →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→ Entry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Second scan: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checked_in = True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→ Reject → Fraud Alert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490458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Auth &amp; Volunteer Governance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61475" y="5323384"/>
            <a:ext cx="5226911" cy="82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JWT + Bcrypt + RBAC + event-scoped permissions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Volunteer Application → Host Review → Whitelist → Scanner Access</a:t>
            </a:r>
            <a:endParaRPr 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DE5E72-E0C2-CE06-6A28-21D3130506B2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832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AI/ML Attendance Prediction &amp; Team Distribution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496913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Prediction Pipeline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447" y="1837928"/>
            <a:ext cx="5113606" cy="35240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4535" y="4030718"/>
            <a:ext cx="1397403" cy="18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Event Data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895321" y="2550860"/>
            <a:ext cx="1442800" cy="18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Feature Vector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63874" y="4464128"/>
            <a:ext cx="1397403" cy="18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ML Models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104298" y="2754276"/>
            <a:ext cx="1397403" cy="37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Predicted Attendance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1475" y="5481538"/>
            <a:ext cx="694355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Inputs: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Participant limit, ticket fee, registration count, registration velocity.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Impact: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Catering estimation, seating, venue planning, volunteer allocation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7244" y="1301552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Work Distribution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957244" y="1642566"/>
            <a:ext cx="3579227" cy="1046063"/>
          </a:xfrm>
          <a:prstGeom prst="roundRect">
            <a:avLst>
              <a:gd name="adj" fmla="val 1219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17974" y="1803301"/>
            <a:ext cx="32577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Harshit Kumar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17974" y="2131020"/>
            <a:ext cx="325776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Architecture, FastAPI Backend, SQLAlchemy, JWT, Security &amp; API Orchestration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57244" y="2794893"/>
            <a:ext cx="3579227" cy="1046063"/>
          </a:xfrm>
          <a:prstGeom prst="roundRect">
            <a:avLst>
              <a:gd name="adj" fmla="val 1219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17974" y="2955627"/>
            <a:ext cx="32577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Dhruv Soni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117974" y="3283347"/>
            <a:ext cx="325776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19 Frontend, TailwindCSS, Student Discovery, Host Dashboard &amp; Navigation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57244" y="3947220"/>
            <a:ext cx="3579227" cy="1046063"/>
          </a:xfrm>
          <a:prstGeom prst="roundRect">
            <a:avLst>
              <a:gd name="adj" fmla="val 1219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7974" y="4107954"/>
            <a:ext cx="32577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Devendra Pratap Singh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117974" y="4435673"/>
            <a:ext cx="325776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QR Ticketing Engine, html5-qrcode Scanner, Anti-Fraud Validation &amp; Check-In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57244" y="5099546"/>
            <a:ext cx="3579227" cy="1046063"/>
          </a:xfrm>
          <a:prstGeom prst="roundRect">
            <a:avLst>
              <a:gd name="adj" fmla="val 12197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17974" y="5260280"/>
            <a:ext cx="32577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Devbrat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117974" y="5588000"/>
            <a:ext cx="325776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Scikit-Learn Prediction, Razorpay Gateway, Cloudinary CDN &amp; Test Suites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104338-0285-35DC-B82D-69F6206116BF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Status &amp; 9-Week Gantt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2839" y="1318648"/>
            <a:ext cx="2293878" cy="373162"/>
          </a:xfrm>
          <a:prstGeom prst="roundRect">
            <a:avLst>
              <a:gd name="adj" fmla="val 45419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655429" y="1375202"/>
            <a:ext cx="1197739" cy="9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COMPLETED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5429" y="1841158"/>
            <a:ext cx="5319083" cy="762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Multi-role auth (JWT + Bcrypt)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Event lifecycle (CRUD + poster upload)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QR tickets + student wallet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In-browser scanner (html5-qrcode)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Volunteer whitelist + Razorpay + HMAC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prediction engine integrated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1186" y="4108648"/>
            <a:ext cx="1486502" cy="318339"/>
          </a:xfrm>
          <a:prstGeom prst="roundRect">
            <a:avLst>
              <a:gd name="adj" fmla="val 45419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433" y="4157012"/>
            <a:ext cx="1212621" cy="9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🔧</a:t>
            </a:r>
            <a:r>
              <a:rPr lang="en-US" sz="5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</a:t>
            </a:r>
            <a:r>
              <a:rPr lang="en-US" sz="16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4638942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PDF certificate generator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Render + PostgreSQL deployment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Cloudinary CDN + camera optimization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367" y="1133872"/>
            <a:ext cx="6257204" cy="62573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160246-6DDA-0D14-D84C-090988E8F2F9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5639517" y="175612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9-Week Timeline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F9F70B-1BB3-8A1D-46EA-89AEBF002182}"/>
              </a:ext>
            </a:extLst>
          </p:cNvPr>
          <p:cNvSpPr txBox="1"/>
          <p:nvPr/>
        </p:nvSpPr>
        <p:spPr>
          <a:xfrm>
            <a:off x="10524226" y="6331789"/>
            <a:ext cx="1587261" cy="526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56768B-0506-90BB-6835-B66CDAFF985D}"/>
              </a:ext>
            </a:extLst>
          </p:cNvPr>
          <p:cNvSpPr/>
          <p:nvPr/>
        </p:nvSpPr>
        <p:spPr>
          <a:xfrm>
            <a:off x="215660" y="1199072"/>
            <a:ext cx="11976340" cy="5287992"/>
          </a:xfrm>
          <a:prstGeom prst="roundRect">
            <a:avLst/>
          </a:prstGeom>
          <a:pattFill prst="pct80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C753A1-B063-1234-4A5A-92C82DFCD9FD}"/>
              </a:ext>
            </a:extLst>
          </p:cNvPr>
          <p:cNvSpPr txBox="1"/>
          <p:nvPr/>
        </p:nvSpPr>
        <p:spPr>
          <a:xfrm>
            <a:off x="2147978" y="207034"/>
            <a:ext cx="95494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 AND REFERENCES</a:t>
            </a:r>
          </a:p>
          <a:p>
            <a:endParaRPr lang="en-IN" dirty="0"/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DC5E41C6-1BE1-3EAA-7D11-F7B2244D6823}"/>
              </a:ext>
            </a:extLst>
          </p:cNvPr>
          <p:cNvGrpSpPr/>
          <p:nvPr/>
        </p:nvGrpSpPr>
        <p:grpSpPr>
          <a:xfrm>
            <a:off x="13389174" y="9534525"/>
            <a:ext cx="3984425" cy="547688"/>
            <a:chOff x="0" y="0"/>
            <a:chExt cx="5689600" cy="730250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26685AD4-F5DC-F33E-B75D-8F52B098E612}"/>
                </a:ext>
              </a:extLst>
            </p:cNvPr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77083AA8-8018-6080-3F0F-03D8AAC2E989}"/>
                </a:ext>
              </a:extLst>
            </p:cNvPr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9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0952B215-5F1D-581F-B996-A01EE0464762}"/>
              </a:ext>
            </a:extLst>
          </p:cNvPr>
          <p:cNvGrpSpPr/>
          <p:nvPr/>
        </p:nvGrpSpPr>
        <p:grpSpPr>
          <a:xfrm>
            <a:off x="7290779" y="9534525"/>
            <a:ext cx="4487522" cy="547688"/>
            <a:chOff x="0" y="0"/>
            <a:chExt cx="6408001" cy="730250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ACE5A2D-F87C-64AC-3602-B3FC1621F364}"/>
                </a:ext>
              </a:extLst>
            </p:cNvPr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8826392C-4A81-B09D-9F8C-94230DC57CFF}"/>
                </a:ext>
              </a:extLst>
            </p:cNvPr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9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2B63202-19E0-EC27-D3EB-C3A2A900FD24}"/>
              </a:ext>
            </a:extLst>
          </p:cNvPr>
          <p:cNvSpPr txBox="1"/>
          <p:nvPr/>
        </p:nvSpPr>
        <p:spPr>
          <a:xfrm>
            <a:off x="876769" y="1406977"/>
            <a:ext cx="2949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/>
              <a:t>Primary References: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CC60DD-B7C1-8112-4C2A-29B7CEF5FB24}"/>
              </a:ext>
            </a:extLst>
          </p:cNvPr>
          <p:cNvSpPr txBox="1"/>
          <p:nvPr/>
        </p:nvSpPr>
        <p:spPr>
          <a:xfrm>
            <a:off x="692448" y="1919629"/>
            <a:ext cx="97476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1200" dirty="0"/>
              <a:t>Who Will Attend? — Predicting Event Attendance in Event-Based Social Network</a:t>
            </a:r>
            <a:r>
              <a:rPr lang="en-US" sz="1200" dirty="0">
                <a:solidFill>
                  <a:srgbClr val="000000"/>
                </a:solidFill>
                <a:ea typeface="Calibri"/>
                <a:cs typeface="Calibri"/>
              </a:rPr>
              <a:t>— inspection procedures, infrastructure and compliance requirements.  Link:  </a:t>
            </a:r>
            <a:r>
              <a:rPr lang="en-US" sz="1200" dirty="0">
                <a:solidFill>
                  <a:srgbClr val="000000"/>
                </a:solidFill>
                <a:ea typeface="Calibri"/>
                <a:cs typeface="Calibri"/>
                <a:hlinkClick r:id="rId3"/>
              </a:rPr>
              <a:t>AICTE Approval Process Handbook</a:t>
            </a:r>
            <a:endParaRPr lang="en-US" sz="1200" dirty="0">
              <a:solidFill>
                <a:srgbClr val="FFFFFF"/>
              </a:solidFill>
              <a:ea typeface="Calibri"/>
              <a:cs typeface="Calibri"/>
            </a:endParaRPr>
          </a:p>
          <a:p>
            <a:endParaRPr lang="en-IN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166F6A-2182-176A-026E-8D5C0E01505C}"/>
              </a:ext>
            </a:extLst>
          </p:cNvPr>
          <p:cNvSpPr txBox="1"/>
          <p:nvPr/>
        </p:nvSpPr>
        <p:spPr>
          <a:xfrm>
            <a:off x="692448" y="2527644"/>
            <a:ext cx="2716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Research Areas: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1179D-5E5C-5018-1A7A-F383D9CC5C31}"/>
              </a:ext>
            </a:extLst>
          </p:cNvPr>
          <p:cNvSpPr txBox="1"/>
          <p:nvPr/>
        </p:nvSpPr>
        <p:spPr>
          <a:xfrm>
            <a:off x="692448" y="3020717"/>
            <a:ext cx="50890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Gap 1 — Mobile Verification Barrier</a:t>
            </a:r>
          </a:p>
          <a:p>
            <a:r>
              <a:rPr lang="en-IN" sz="1600" dirty="0"/>
              <a:t>Existing systems require dedicated apps or hardware. </a:t>
            </a:r>
            <a:r>
              <a:rPr lang="en-IN" sz="1600" b="1" dirty="0" err="1"/>
              <a:t>CampusIQ</a:t>
            </a:r>
            <a:r>
              <a:rPr lang="en-IN" sz="1600" b="1" dirty="0"/>
              <a:t>:</a:t>
            </a:r>
            <a:r>
              <a:rPr lang="en-IN" sz="1600" dirty="0"/>
              <a:t> Any smartphone + browser + camera → event scanner.</a:t>
            </a:r>
          </a:p>
          <a:p>
            <a:r>
              <a:rPr lang="en-IN" sz="1600" b="1" dirty="0"/>
              <a:t>Gap 2 — No-Show Resource Wastage</a:t>
            </a:r>
          </a:p>
          <a:p>
            <a:r>
              <a:rPr lang="en-IN" sz="1600" dirty="0"/>
              <a:t>Registration systems expose counts only. </a:t>
            </a:r>
            <a:r>
              <a:rPr lang="en-IN" sz="1600" b="1" dirty="0" err="1"/>
              <a:t>CampusIQ</a:t>
            </a:r>
            <a:r>
              <a:rPr lang="en-IN" sz="1600" b="1" dirty="0"/>
              <a:t>:</a:t>
            </a:r>
            <a:r>
              <a:rPr lang="en-IN" sz="1600" dirty="0"/>
              <a:t> Registration Data → ML Prediction → Expected Attendance → Resource Planning.</a:t>
            </a:r>
          </a:p>
          <a:p>
            <a:r>
              <a:rPr lang="en-IN" sz="1600" b="1" dirty="0"/>
              <a:t>Gap 3 — Fragmented Volunteer Governance</a:t>
            </a:r>
          </a:p>
          <a:p>
            <a:r>
              <a:rPr lang="en-IN" sz="1600" dirty="0"/>
              <a:t>No structured volunteer access control. </a:t>
            </a:r>
            <a:r>
              <a:rPr lang="en-IN" sz="1600" b="1" dirty="0" err="1"/>
              <a:t>CampusIQ</a:t>
            </a:r>
            <a:r>
              <a:rPr lang="en-IN" sz="1600" b="1" dirty="0"/>
              <a:t>:</a:t>
            </a:r>
            <a:r>
              <a:rPr lang="en-IN" sz="1600" dirty="0"/>
              <a:t> Application → Host Review → Whitelist → Event-Specific Scanner Access.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9BCB03-9178-5C8B-BDF9-47AB7BFE59A7}"/>
              </a:ext>
            </a:extLst>
          </p:cNvPr>
          <p:cNvSpPr txBox="1"/>
          <p:nvPr/>
        </p:nvSpPr>
        <p:spPr>
          <a:xfrm>
            <a:off x="5781473" y="4332036"/>
            <a:ext cx="451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Research → Solution Pathway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C21B9B-3A93-CEC5-E77B-0CA96A004A3F}"/>
              </a:ext>
            </a:extLst>
          </p:cNvPr>
          <p:cNvSpPr txBox="1"/>
          <p:nvPr/>
        </p:nvSpPr>
        <p:spPr>
          <a:xfrm>
            <a:off x="5763944" y="4708521"/>
            <a:ext cx="11866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Regulatory Requirements → Evidence Collection → AI-Assisted Verification → Compliance Report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CB8B7C-B79A-D7F4-B69A-196F79CCF0B5}"/>
              </a:ext>
            </a:extLst>
          </p:cNvPr>
          <p:cNvSpPr txBox="1"/>
          <p:nvPr/>
        </p:nvSpPr>
        <p:spPr>
          <a:xfrm>
            <a:off x="6219393" y="2632335"/>
            <a:ext cx="57195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Competitor Platforms</a:t>
            </a:r>
          </a:p>
          <a:p>
            <a:pPr lvl="0"/>
            <a:r>
              <a:rPr lang="en-IN" sz="1600" b="1" dirty="0"/>
              <a:t>Modern Campus Involve:</a:t>
            </a:r>
            <a:r>
              <a:rPr lang="en-IN" sz="1600" dirty="0"/>
              <a:t> </a:t>
            </a:r>
            <a:r>
              <a:rPr lang="en-IN" sz="1600" dirty="0">
                <a:hlinkClick r:id="rId4"/>
              </a:rPr>
              <a:t>moderncampus.com/products/student-engagement-and-learning-platform</a:t>
            </a:r>
            <a:endParaRPr lang="en-IN" sz="1600" dirty="0"/>
          </a:p>
          <a:p>
            <a:pPr lvl="0"/>
            <a:r>
              <a:rPr lang="en-IN" sz="1600" b="1" dirty="0"/>
              <a:t>Unstop:</a:t>
            </a:r>
            <a:r>
              <a:rPr lang="en-IN" sz="1600" dirty="0"/>
              <a:t> </a:t>
            </a:r>
            <a:r>
              <a:rPr lang="en-IN" sz="1600" dirty="0">
                <a:hlinkClick r:id="rId5"/>
              </a:rPr>
              <a:t>unstop.com</a:t>
            </a:r>
            <a:endParaRPr lang="en-IN" sz="1600" dirty="0"/>
          </a:p>
          <a:p>
            <a:pPr lvl="0"/>
            <a:r>
              <a:rPr lang="en-IN" sz="1600" b="1" dirty="0"/>
              <a:t>Eventbrite:</a:t>
            </a:r>
            <a:r>
              <a:rPr lang="en-IN" sz="1600" dirty="0"/>
              <a:t> </a:t>
            </a:r>
            <a:r>
              <a:rPr lang="en-IN" sz="1600" dirty="0">
                <a:hlinkClick r:id="rId6"/>
              </a:rPr>
              <a:t>eventbrite.com</a:t>
            </a:r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03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939</Words>
  <Application>Microsoft Office PowerPoint</Application>
  <PresentationFormat>Widescreen</PresentationFormat>
  <Paragraphs>140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Instrument Sans SemiBold</vt:lpstr>
      <vt:lpstr>Wingdings</vt:lpstr>
      <vt:lpstr>Arimo Bold</vt:lpstr>
      <vt:lpstr>Consolas</vt:lpstr>
      <vt:lpstr>Times New Roman Bold</vt:lpstr>
      <vt:lpstr>Instrument Sans</vt:lpstr>
      <vt:lpstr>Instrument Sans Bold</vt:lpstr>
      <vt:lpstr>Calibri</vt:lpstr>
      <vt:lpstr>Instrument Sans Medium</vt:lpstr>
      <vt:lpstr>Twemoji Mozilla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Harshit Singh</dc:creator>
  <cp:lastModifiedBy>Harshit Singh</cp:lastModifiedBy>
  <cp:revision>1</cp:revision>
  <dcterms:created xsi:type="dcterms:W3CDTF">2026-09-15T19:50:24Z</dcterms:created>
  <dcterms:modified xsi:type="dcterms:W3CDTF">2026-09-16T13:49:35Z</dcterms:modified>
</cp:coreProperties>
</file>